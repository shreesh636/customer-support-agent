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AI agent that classifies customer messages and decides between automatic resolution and human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plain automation is risky without escalation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five concrete objectives the workflow was built to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end-to-end solution in one sentence, then point at the flow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technology layers used to build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pipeline; mention Groq/Memory/Parser are sub-inputs to the AI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classification taxonomy and why structured JSON output matters for the IF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two branches side by side — emphasize that money/security/legal always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memory window length and walk through the FAQ topics baked into the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two real executed tests; be clear that further recommended tests are documented but not yet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Three-column comparison: what works well, current gaps, and where the project could go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live run of the two test cases in the n8n chat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 Agent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Complete Support Automation, built in n8n with a Groq LLM Agent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06  |  The AI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675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 face a high volume of repetitive, low-risk questions alongside sensitive, high-risk cases.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triaging every message is slow and inconsistent across agents.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requests (refunds, billing disputes, security issues) must never be auto-answered.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system that safely automates the easy cases and reliably escalates the risky ones.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201168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0" y="2011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20" b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520" dirty="0"/>
          </a:p>
        </p:txBody>
      </p:sp>
      <p:sp>
        <p:nvSpPr>
          <p:cNvPr id="7" name="Shape 5"/>
          <p:cNvSpPr/>
          <p:nvPr/>
        </p:nvSpPr>
        <p:spPr>
          <a:xfrm>
            <a:off x="7315200" y="37490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43800" y="39319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without rules: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refund promised.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security incident.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customer mishandled.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607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Customer Support Agent that receives, understands, and classifies customer messages.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professional, policy-safe response automatically.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between auto_resolve and escalate based on defined risk rules.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conversation context across a session using memory.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structured, machine-readable output for ticket routing.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583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triggered by a chat message.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(Groq LLM) classifies the message and drafts a response.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 enforces a fixed JSON schema.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node routes to auto-resolve or escalate.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Chat node delivers the final response to the customer.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78308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0B2E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201168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AI Agent 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Route 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/ Escalate 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774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 engine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3774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— openai/gpt-oss-120b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77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Nodes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3434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Trigger, AI Agent, Chat Model, Memory, Output Parser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374904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977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Nodes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3434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(routing), Set (Edit Fields)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2377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88920" y="2377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2377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 + Memory + Parser)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2377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74920" y="2377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escalate?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69480" y="2377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2377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(Escalate / Resolve)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09760" y="2377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55480" y="2377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Chat Model, Simple Memory, and Structured Output Parser connect into the AI Agent as sub-inputs (not shown inline).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node-by-node explanation is provided in documentation/ARCHITECTURE.md.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&amp; Classification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Account, Billing, How-to, Troubleshooting, Order/Delivery, Refund/Cancellation, Complaint, Other.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Urgency: Low, Medium, High, Critical.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Positive, Neutral, Negative, Very Negative.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auto_resolve or escalate.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78308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0B2E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3774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"category", "urgency",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"sentiment", "action",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"response", "reason" 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356616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the Structured Output Parser node — guarantees reliable downstream routing.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Auto-Resolution vs. Escalation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Low-risk, general support guidance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FAQ knowledge base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ticket_status = Auto-Resolved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password reset, how-to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423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Refunds/cancellations involving money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disputes, duplicate charges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legal, or very negative cases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ticket_id = TICKET-&lt;timestamp&gt;, ticket_status = Escalated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KNOWLEDGE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Memory &amp; FAQ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 node (context window = 10 messages)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to the Chat Trigger session ID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agent recall earlier turns in the same conversation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coherent multi-turn support (e.g., follow-up questions)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0" y="178308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4FB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FAQ Knowledge Base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4231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update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problems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problems → escalate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Refunds/cancellations → escalate (no invented policy)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164592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do I reset my password?"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How-to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auto_resolve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was charged twice... want my money back."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49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executed successfully on the live, published n8n workflow (see screenshots/).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recommended tests (security, delivery, legal-threat, memory continuity) documented but not yet executed.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Advantages, Limitations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safe, repetitive support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risky cases human-reviewed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structured output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provider (no fallback)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ticketing-system integration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prompt-embedded FAQ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ticketing system integration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knowledge base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Customer-tier-aware routing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Demo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published n8n Customer Support Agent automating classification, response, and routing.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an AI Agent, Groq LLM, memory, and structured output with clear escalation rules.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assignment's core requirement: automate safely, escalate responsibly.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open the published n8n chat and run the two test messages shown in this deck.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2026-09-23T12:01:50Z</dcterms:created>
  <dcterms:modified xsi:type="dcterms:W3CDTF">2026-09-23T12:01:50Z</dcterms:modified>
</cp:coreProperties>
</file>